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1Za6KY_dQt_6"/>
  <p:tag name="LUCID-DOCUMENT" val="e5c4f0b7-fbd4-4f6e-b866-13708d1d7433"/>
  <p:tag name="LUCID-UPDATE-TIME" val="176235390745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